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3F-C749-8D1A-3AE5D81B72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3F-C749-8D1A-3AE5D81B72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3F-C749-8D1A-3AE5D81B7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85083904"/>
        <c:axId val="985085616"/>
      </c:lineChart>
      <c:catAx>
        <c:axId val="985083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5085616"/>
        <c:crosses val="autoZero"/>
        <c:auto val="1"/>
        <c:lblAlgn val="ctr"/>
        <c:lblOffset val="100"/>
        <c:noMultiLvlLbl val="0"/>
      </c:catAx>
      <c:valAx>
        <c:axId val="985085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98508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57DCE-A800-284A-B8E2-37001CF85BAE}" type="datetimeFigureOut">
              <a:t>2026/6/17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694AB-4415-CB47-A80D-39B9BAE09A1E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83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94AB-4415-CB47-A80D-39B9BAE09A1E}" type="slidenum"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44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5837569"/>
            <a:ext cx="11262866" cy="55299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 dirty="0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A53E4-6F15-8DB9-D15E-1F18DB15D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ファンド名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794553E-748F-DE2E-03C9-72A080EB5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2"/>
                </a:solidFill>
              </a:rPr>
              <a:t>レポート</a:t>
            </a:r>
            <a:br>
              <a:rPr lang="en-US" altLang="ja-JP">
                <a:solidFill>
                  <a:schemeClr val="tx2"/>
                </a:solidFill>
              </a:rPr>
            </a:br>
            <a:r>
              <a:rPr lang="en-US" altLang="ja-JP">
                <a:solidFill>
                  <a:schemeClr val="tx2"/>
                </a:solidFill>
              </a:rPr>
              <a:t>YYYY</a:t>
            </a:r>
            <a:r>
              <a:rPr lang="ja-JP" altLang="en-US">
                <a:solidFill>
                  <a:schemeClr val="tx2"/>
                </a:solidFill>
              </a:rPr>
              <a:t>年</a:t>
            </a:r>
            <a:r>
              <a:rPr lang="en-US" altLang="ja-JP">
                <a:solidFill>
                  <a:schemeClr val="tx2"/>
                </a:solidFill>
              </a:rPr>
              <a:t>M</a:t>
            </a:r>
            <a:r>
              <a:rPr lang="ja-JP" altLang="en-US">
                <a:solidFill>
                  <a:schemeClr val="tx2"/>
                </a:solidFill>
              </a:rPr>
              <a:t>月</a:t>
            </a:r>
            <a:r>
              <a:rPr lang="en-US" altLang="ja-JP">
                <a:solidFill>
                  <a:schemeClr val="tx2"/>
                </a:solidFill>
              </a:rPr>
              <a:t>D</a:t>
            </a:r>
            <a:r>
              <a:rPr lang="ja-JP" altLang="en-US">
                <a:solidFill>
                  <a:schemeClr val="tx2"/>
                </a:solidFill>
              </a:rPr>
              <a:t>日</a:t>
            </a:r>
            <a:endParaRPr kumimoji="1" lang="ja-JP" alt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425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786AAD-7C97-A6F6-01FE-470F6E972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基準価額（</a:t>
            </a:r>
            <a:r>
              <a:rPr lang="en-US" altLang="ja-JP"/>
              <a:t>6</a:t>
            </a:r>
            <a:r>
              <a:rPr lang="ja-JP" altLang="en-US"/>
              <a:t>ヶ月）</a:t>
            </a:r>
            <a:endParaRPr kumimoji="1" lang="ja-JP" altLang="en-US"/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4D9B4C10-7318-8BB9-AADD-6938D54641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606760"/>
              </p:ext>
            </p:extLst>
          </p:nvPr>
        </p:nvGraphicFramePr>
        <p:xfrm>
          <a:off x="581025" y="1883228"/>
          <a:ext cx="11029950" cy="4680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094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EDBB8FF2-4880-1A59-DF09-DBA59BD85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399654"/>
              </p:ext>
            </p:extLst>
          </p:nvPr>
        </p:nvGraphicFramePr>
        <p:xfrm>
          <a:off x="440078" y="728572"/>
          <a:ext cx="8438016" cy="1961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89468">
                  <a:extLst>
                    <a:ext uri="{9D8B030D-6E8A-4147-A177-3AD203B41FA5}">
                      <a16:colId xmlns:a16="http://schemas.microsoft.com/office/drawing/2014/main" val="151932283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3305210134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82898884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4162758357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1235492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6</a:t>
                      </a:r>
                      <a:r>
                        <a:rPr kumimoji="1" lang="ja-JP" altLang="en-US" sz="1800"/>
                        <a:t>ヶ月</a:t>
                      </a: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</a:t>
                      </a:r>
                      <a:r>
                        <a:rPr kumimoji="1" lang="ja-JP" altLang="en-US" sz="1800"/>
                        <a:t>年</a:t>
                      </a: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3</a:t>
                      </a:r>
                      <a:r>
                        <a:rPr kumimoji="1" lang="ja-JP" altLang="en-US" sz="1800"/>
                        <a:t>年</a:t>
                      </a: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5</a:t>
                      </a:r>
                      <a:r>
                        <a:rPr kumimoji="1" lang="ja-JP" altLang="en-US" sz="1800"/>
                        <a:t>年</a:t>
                      </a:r>
                    </a:p>
                  </a:txBody>
                  <a:tcPr marL="108000" marR="108000" marT="108000" marB="108000"/>
                </a:tc>
                <a:extLst>
                  <a:ext uri="{0D108BD9-81ED-4DB2-BD59-A6C34878D82A}">
                    <a16:rowId xmlns:a16="http://schemas.microsoft.com/office/drawing/2014/main" val="3586296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リターン（年率）</a:t>
                      </a:r>
                      <a:endParaRPr kumimoji="1" lang="en-US" altLang="ja-JP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10.00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10.00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10.00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>
                          <a:solidFill>
                            <a:schemeClr val="accent4"/>
                          </a:solidFill>
                        </a:rPr>
                        <a:t>-10.00</a:t>
                      </a:r>
                      <a:endParaRPr kumimoji="1" lang="ja-JP" altLang="en-US" sz="1800">
                        <a:solidFill>
                          <a:schemeClr val="accent4"/>
                        </a:solidFill>
                      </a:endParaRPr>
                    </a:p>
                  </a:txBody>
                  <a:tcPr marL="108000" marR="108000" marT="108000" marB="108000"/>
                </a:tc>
                <a:extLst>
                  <a:ext uri="{0D108BD9-81ED-4DB2-BD59-A6C34878D82A}">
                    <a16:rowId xmlns:a16="http://schemas.microsoft.com/office/drawing/2014/main" val="132994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リスク（年率）</a:t>
                      </a:r>
                      <a:endParaRPr kumimoji="1" lang="en-US" altLang="ja-JP">
                        <a:solidFill>
                          <a:schemeClr val="tx1"/>
                        </a:solidFill>
                      </a:endParaRP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15.00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15.00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15.00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15.00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extLst>
                  <a:ext uri="{0D108BD9-81ED-4DB2-BD59-A6C34878D82A}">
                    <a16:rowId xmlns:a16="http://schemas.microsoft.com/office/drawing/2014/main" val="352159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>
                          <a:solidFill>
                            <a:schemeClr val="tx1"/>
                          </a:solidFill>
                        </a:rPr>
                        <a:t>シャープレシオ</a:t>
                      </a:r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800"/>
                        <a:t>1.00</a:t>
                      </a:r>
                      <a:endParaRPr kumimoji="1" lang="ja-JP" altLang="en-US" sz="1800"/>
                    </a:p>
                  </a:txBody>
                  <a:tcPr marL="108000" marR="108000" marT="108000" marB="108000"/>
                </a:tc>
                <a:extLst>
                  <a:ext uri="{0D108BD9-81ED-4DB2-BD59-A6C34878D82A}">
                    <a16:rowId xmlns:a16="http://schemas.microsoft.com/office/drawing/2014/main" val="3342753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596529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ユーザー定義 17">
      <a:dk1>
        <a:srgbClr val="474747"/>
      </a:dk1>
      <a:lt1>
        <a:srgbClr val="EAEAEA"/>
      </a:lt1>
      <a:dk2>
        <a:srgbClr val="646D7A"/>
      </a:dk2>
      <a:lt2>
        <a:srgbClr val="EEECE1"/>
      </a:lt2>
      <a:accent1>
        <a:srgbClr val="769885"/>
      </a:accent1>
      <a:accent2>
        <a:srgbClr val="7D8E99"/>
      </a:accent2>
      <a:accent3>
        <a:srgbClr val="6DB7BA"/>
      </a:accent3>
      <a:accent4>
        <a:srgbClr val="CA888E"/>
      </a:accent4>
      <a:accent5>
        <a:srgbClr val="B3C394"/>
      </a:accent5>
      <a:accent6>
        <a:srgbClr val="EBE0BE"/>
      </a:accent6>
      <a:hlink>
        <a:srgbClr val="0000FF"/>
      </a:hlink>
      <a:folHlink>
        <a:srgbClr val="800080"/>
      </a:folHlink>
    </a:clrScheme>
    <a:fontScheme name="Meiryo">
      <a:majorFont>
        <a:latin typeface="Meiryo"/>
        <a:ea typeface="Meiryo"/>
        <a:cs typeface="Meiryo"/>
        <a:font script="Jpan" typeface="Meiryo"/>
      </a:majorFont>
      <a:minorFont>
        <a:latin typeface="Meiryo"/>
        <a:ea typeface="Meiryo"/>
        <a:cs typeface="Meiryo"/>
        <a:font script="Jpan" typeface="Meiryo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配当</Template>
  <TotalTime>44</TotalTime>
  <Words>47</Words>
  <Application>Microsoft Macintosh PowerPoint</Application>
  <PresentationFormat>ワイド画面</PresentationFormat>
  <Paragraphs>23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Meiryo</vt:lpstr>
      <vt:lpstr>游ゴシック</vt:lpstr>
      <vt:lpstr>Wingdings 2</vt:lpstr>
      <vt:lpstr>配当</vt:lpstr>
      <vt:lpstr>ファンド名</vt:lpstr>
      <vt:lpstr>基準価額（6ヶ月）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Shinya Maeyama</dc:creator>
  <cp:lastModifiedBy>Shinya Maeyama</cp:lastModifiedBy>
  <cp:revision>26</cp:revision>
  <dcterms:created xsi:type="dcterms:W3CDTF">2026-06-17T05:50:28Z</dcterms:created>
  <dcterms:modified xsi:type="dcterms:W3CDTF">2026-06-17T08:15:31Z</dcterms:modified>
</cp:coreProperties>
</file>